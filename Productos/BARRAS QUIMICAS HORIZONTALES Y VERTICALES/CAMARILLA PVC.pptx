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0D614-A7E7-455D-83F8-ABDDA8FDA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E49409-B7CA-4443-9802-D1B2656E8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1E975A-3E69-4E1E-A357-6BB8D1A57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22-04-2021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4BC025-98B0-4E6F-9869-1A2081592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833C94-030F-4760-A0DD-4C93D886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59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703C1-D73C-4057-AAF2-9AE7FEB1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0B177B-6E9C-492F-BCB8-134EF6F90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8C5FFB-3A53-47FD-9026-EF263D63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22-04-2021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915D4C-9FA1-4282-A3FF-E83A71CEA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3C4CEF-A909-494C-916C-51C6D2DD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499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2BBA3-8DE6-49ED-B745-2607C7B1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3878E1-BCA6-4682-8E16-2D1213739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B30E8D-42A1-4F4C-BC05-7E3FB620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22-04-2021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803B77-823B-45A4-9600-2807FD01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EA3925-7CFF-49AC-8E24-2F2B7655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1126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F1B57-F215-4A8A-949A-8BF315D2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1B1EFA-2B5B-4B97-AFF6-AA6405709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4399FC-A239-4445-B69E-4B2B0EBCF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D8F24B-FE6A-4283-823C-CE98D56E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22-04-2021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74E64F-CA70-420A-B741-3133D68B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9BE04B-1A7F-48F8-9434-B64B610B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912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092CD-966B-434B-B7F8-C4FC40DEA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F89F5C-FA2B-40FB-94F6-40754B504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93CFE8-B4F1-44DA-8F9C-CAF7EE0D3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69209F-567E-478C-9CC6-26FC53DE6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01BA8CF-9530-4F96-BC81-7A91363BC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274C34-20C5-4718-9F92-8584574D1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22-04-2021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EECD39-2A43-44F5-966C-51C3E7A3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C0095A-32FF-4F27-8253-7F4026854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2986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53F38-D9DE-4430-95AF-F5E5B55B0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B7C33A4-4F8F-48C0-A455-D159575D5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22-04-2021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2DA76AA-864A-4DDA-9F29-83D5D2E1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65A1CF-EB72-414D-B986-11D0925E0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587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EAA1E38-AE8D-4A59-89AE-30C540D4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22-04-2021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7F6CB8-91E8-4966-BD81-9F894F1A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7F3958-35E0-44B1-A8A8-5A6B0AE6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586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93409-0028-48F7-80BC-52955A762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D0BB06-9F43-465F-B4A7-CD33DF030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09A143-1C5D-40C4-A359-43EED525C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B022FB-8565-4C13-96AF-5356D9E66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22-04-2021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6723A9-56DD-40FD-BD1C-A937B995B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9C35B6-F64E-49D2-BCB6-447D9D09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161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433A7-2301-4889-B24E-BA60492C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44F9EE-5C1A-4632-A265-0B37E449C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50916C-6D21-40E8-B075-A54C543E1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DF20C6-B6CD-4A29-B291-3D4312F78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22-04-2021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90E7C7-9089-4CB6-8065-AD16ED756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234190-02A2-4C85-A1D1-BE6506B3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3129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6A7CD-20F4-49A0-AF47-25C19E80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6DBD7A-E9F8-4D63-991F-660B04367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39CE28-6A8A-4248-8815-91BC45D5A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22-04-2021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6844EB-2916-4754-A4F8-E5678FDE5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DC6BFD-C4CC-4886-BF19-AF1AAADAC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0842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6AF2DF-FC44-40B6-B003-27D87D308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BFCE6-F450-4FFF-9EE3-E33BAD39E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89FDF2-DE6F-418D-A7F0-5845FD257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5077-0BE6-4E14-ACB0-73FAA60D4AE2}" type="datetimeFigureOut">
              <a:rPr lang="es-CL" smtClean="0"/>
              <a:t>22-04-2021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3BC4D1-BEA4-4E8A-A7F7-1E814C79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03DC2D-B115-4E9C-83C8-CE2638E0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953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D418E83-0970-465B-9362-332E0B0E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4E41BF-5815-4262-8D54-36B7B6B5D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BFF7D3-0DAB-4234-89B0-736197182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E5077-0BE6-4E14-ACB0-73FAA60D4AE2}" type="datetimeFigureOut">
              <a:rPr lang="es-CL" smtClean="0"/>
              <a:t>22-04-2021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94851-1A50-4005-98D9-7D03F0455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03AED3-E149-4E8C-9D51-C8413DE2C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AA2DC-9A89-4C00-9973-DDEDE51BC9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137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kvasquezb@gelchile.cl" TargetMode="External"/><Relationship Id="rId4" Type="http://schemas.openxmlformats.org/officeDocument/2006/relationships/hyperlink" Target="mailto:Ventas@gelchile.c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CB5E55B9-91BE-4715-812A-35EA3DD67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148262"/>
            <a:ext cx="9144000" cy="1404938"/>
          </a:xfrm>
        </p:spPr>
        <p:txBody>
          <a:bodyPr>
            <a:normAutofit lnSpcReduction="10000"/>
          </a:bodyPr>
          <a:lstStyle/>
          <a:p>
            <a:pPr algn="l"/>
            <a:r>
              <a:rPr lang="es-CL" sz="1200" u="sng" dirty="0">
                <a:latin typeface="Arial" panose="020B0604020202020204" pitchFamily="34" charset="0"/>
                <a:cs typeface="Arial" panose="020B0604020202020204" pitchFamily="34" charset="0"/>
              </a:rPr>
              <a:t>DESCRIPCIÓN</a:t>
            </a:r>
          </a:p>
          <a:p>
            <a:pPr algn="l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CÁMARA  SIN FONDO CON TAPA :</a:t>
            </a:r>
          </a:p>
          <a:p>
            <a:pPr algn="l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CÁMARA S/FONDO 200X200</a:t>
            </a:r>
          </a:p>
          <a:p>
            <a:pPr algn="l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CÁMARA S/FONDO 300X300</a:t>
            </a:r>
          </a:p>
          <a:p>
            <a:pPr algn="l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CÁMARA S/FONDO 550X550</a:t>
            </a:r>
          </a:p>
          <a:p>
            <a:pPr algn="l"/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6925E7-9583-4CBC-BF89-76ACA3542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914" y="1117749"/>
            <a:ext cx="4425190" cy="41928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1F73B49-3861-4185-A307-87E0A3D7928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41" y="441546"/>
            <a:ext cx="261429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8310BFD-E162-45E7-B24B-E0F748B8CF45}"/>
              </a:ext>
            </a:extLst>
          </p:cNvPr>
          <p:cNvSpPr txBox="1"/>
          <p:nvPr/>
        </p:nvSpPr>
        <p:spPr>
          <a:xfrm>
            <a:off x="614239" y="1215609"/>
            <a:ext cx="60946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">
              <a:lnSpc>
                <a:spcPts val="12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1200" u="sng" spc="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v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en</a:t>
            </a:r>
            <a:r>
              <a:rPr lang="en-US" sz="1200" u="sng" spc="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t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a</a:t>
            </a:r>
            <a:r>
              <a:rPr lang="en-US" sz="1200" u="sng" spc="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s</a:t>
            </a:r>
            <a:r>
              <a:rPr lang="en-US" sz="1200" u="sng" spc="-10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@g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e</a:t>
            </a:r>
            <a:r>
              <a:rPr lang="en-US" sz="1200" u="sng" spc="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l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ch</a:t>
            </a:r>
            <a:r>
              <a:rPr lang="en-US" sz="1200" u="sng" spc="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il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e.cl   </a:t>
            </a:r>
            <a:r>
              <a:rPr lang="en-US" sz="1200" u="sng" spc="20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 </a:t>
            </a:r>
            <a:r>
              <a:rPr lang="en-US" sz="1200" u="sng" spc="-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5"/>
              </a:rPr>
              <a:t>kvasquezb@gel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5"/>
              </a:rPr>
              <a:t>ch</a:t>
            </a:r>
            <a:r>
              <a:rPr lang="en-US" sz="1200" u="sng" spc="5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5"/>
              </a:rPr>
              <a:t>il</a:t>
            </a:r>
            <a:r>
              <a:rPr lang="en-US" sz="1200" u="sng" dirty="0">
                <a:gradFill>
                  <a:gsLst>
                    <a:gs pos="0">
                      <a:srgbClr val="005B7F"/>
                    </a:gs>
                    <a:gs pos="50000">
                      <a:srgbClr val="0086B8"/>
                    </a:gs>
                    <a:gs pos="100000">
                      <a:srgbClr val="00A1DB"/>
                    </a:gs>
                  </a:gsLst>
                  <a:lin ang="18900000" scaled="0"/>
                </a:gra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5"/>
              </a:rPr>
              <a:t>e.cl</a:t>
            </a:r>
            <a:endParaRPr lang="es-CL" sz="1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8FA1F37-235B-492A-AB37-C5752D819897}"/>
              </a:ext>
            </a:extLst>
          </p:cNvPr>
          <p:cNvSpPr txBox="1"/>
          <p:nvPr/>
        </p:nvSpPr>
        <p:spPr>
          <a:xfrm>
            <a:off x="614239" y="1491877"/>
            <a:ext cx="60946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">
              <a:lnSpc>
                <a:spcPts val="12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+56999496909 / +56998250271</a:t>
            </a:r>
            <a:endParaRPr lang="es-CL" sz="1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9523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</Words>
  <Application>Microsoft Office PowerPoint</Application>
  <PresentationFormat>Panorámica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Martiun</dc:creator>
  <cp:lastModifiedBy>Martiun</cp:lastModifiedBy>
  <cp:revision>1</cp:revision>
  <dcterms:created xsi:type="dcterms:W3CDTF">2021-04-22T20:06:14Z</dcterms:created>
  <dcterms:modified xsi:type="dcterms:W3CDTF">2021-04-22T20:10:25Z</dcterms:modified>
</cp:coreProperties>
</file>